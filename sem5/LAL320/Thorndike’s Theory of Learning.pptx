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3" autoAdjust="0"/>
  </p:normalViewPr>
  <p:slideViewPr>
    <p:cSldViewPr snapToGrid="0">
      <p:cViewPr varScale="1">
        <p:scale>
          <a:sx n="105" d="100"/>
          <a:sy n="105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9eda9adf3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9eda9adf3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9eda9adf3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9eda9adf3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eda9ad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9eda9ad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9eda9adf3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9eda9adf3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eda9adf3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9eda9adf3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9eda9adf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9eda9adf3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9eda9adf3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9eda9adf3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9eda9adf3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9eda9adf3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9eda9adf3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9eda9adf3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9eda9adf3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9eda9adf3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Vk6H7Ukp6To?si=XH0YQD-UevTAu5Y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Thorndike’s Theory of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Thorndike’s Theory of Learning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729450" y="3089925"/>
            <a:ext cx="5324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Edward Lee Thorndike (1874- 1949).</a:t>
            </a:r>
            <a:endParaRPr/>
          </a:p>
          <a:p>
            <a:pPr marL="457200" lvl="0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Pioneering American psychologist whose work laid the groundwork for modern theories of learning and behaviour.</a:t>
            </a:r>
            <a:endParaRPr/>
          </a:p>
          <a:p>
            <a:pPr marL="457200" lvl="0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Theory- Emerged in early 20th century.</a:t>
            </a:r>
            <a:endParaRPr/>
          </a:p>
          <a:p>
            <a:pPr marL="45720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5" title="images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363" y="2411475"/>
            <a:ext cx="19526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29450" y="1363625"/>
            <a:ext cx="76887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Learning is the result of association between stimulus and response (S-R bond)</a:t>
            </a:r>
            <a:endParaRPr sz="1600"/>
          </a:p>
        </p:txBody>
      </p:sp>
      <p:pic>
        <p:nvPicPr>
          <p:cNvPr id="103" name="Google Shape;103;p16" title="385-3857651_stimulus-response-stimulusresponse-model.png"/>
          <p:cNvPicPr preferRelativeResize="0"/>
          <p:nvPr/>
        </p:nvPicPr>
        <p:blipFill rotWithShape="1">
          <a:blip r:embed="rId3">
            <a:alphaModFix/>
          </a:blip>
          <a:srcRect l="16553" t="13228" r="17313" b="10656"/>
          <a:stretch/>
        </p:blipFill>
        <p:spPr>
          <a:xfrm>
            <a:off x="3057825" y="1993825"/>
            <a:ext cx="3240525" cy="15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7650" y="3562925"/>
            <a:ext cx="7688700" cy="14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 the help of experiments, he tried to evolve certain laws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1200"/>
              </a:spcAft>
              <a:buSzPts val="1600"/>
              <a:buChar char="○"/>
            </a:pPr>
            <a:r>
              <a:rPr lang="en" sz="1600"/>
              <a:t>Theory of Connectionism (Trial and Error).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729325" y="1298375"/>
            <a:ext cx="3774300" cy="30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1"/>
              <a:t>Pavlov</a:t>
            </a:r>
            <a:endParaRPr sz="1600" b="1"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2"/>
          </p:nvPr>
        </p:nvSpPr>
        <p:spPr>
          <a:xfrm>
            <a:off x="4643600" y="1298275"/>
            <a:ext cx="3774300" cy="30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1"/>
              <a:t>Thorndike</a:t>
            </a:r>
            <a:endParaRPr sz="1600" b="1"/>
          </a:p>
        </p:txBody>
      </p:sp>
      <p:pic>
        <p:nvPicPr>
          <p:cNvPr id="117" name="Google Shape;117;p18" title="Pavlov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25" y="1950825"/>
            <a:ext cx="3189925" cy="23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aa7PUIL.jpg"/>
          <p:cNvPicPr preferRelativeResize="0"/>
          <p:nvPr/>
        </p:nvPicPr>
        <p:blipFill rotWithShape="1">
          <a:blip r:embed="rId4">
            <a:alphaModFix/>
          </a:blip>
          <a:srcRect b="27367"/>
          <a:stretch/>
        </p:blipFill>
        <p:spPr>
          <a:xfrm>
            <a:off x="4923734" y="1950825"/>
            <a:ext cx="3682491" cy="24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729450" y="5792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Thorndike’s Experiment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729450" y="1428875"/>
            <a:ext cx="3731100" cy="3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Placed cat in a locked wooden box- ‘puzzle box’.</a:t>
            </a:r>
            <a:endParaRPr/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Pressing the lever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Door opens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Cat escape &amp; reach a food reward </a:t>
            </a:r>
            <a:endParaRPr/>
          </a:p>
        </p:txBody>
      </p:sp>
      <p:pic>
        <p:nvPicPr>
          <p:cNvPr id="125" name="Google Shape;125;p19" title="66a7e5c9eeb7596589aacc15_64821dc448fdc4084efef831_Thorndikes%20Theory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14400"/>
            <a:ext cx="4292600" cy="37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2296600" y="2810975"/>
            <a:ext cx="174000" cy="23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2296600" y="3691050"/>
            <a:ext cx="174000" cy="23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729450" y="2179200"/>
            <a:ext cx="3479700" cy="259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581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983775" y="4889375"/>
            <a:ext cx="44124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 dirty="0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Video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729450" y="1374500"/>
            <a:ext cx="7688700" cy="35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Thorndike' Observations:</a:t>
            </a:r>
            <a:endParaRPr b="1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The time cat took  each time to reach food decreased as the cat associated the lever with the food.</a:t>
            </a:r>
            <a:endParaRPr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~ This helped him develop the </a:t>
            </a:r>
            <a:r>
              <a:rPr lang="en" b="1" dirty="0"/>
              <a:t>Law of Effect.</a:t>
            </a:r>
            <a:endParaRPr b="1"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238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dirty="0"/>
              <a:t>A well practiced cat quickly recalls the actions</a:t>
            </a:r>
            <a:endParaRPr dirty="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that helps escape the box to its reward.</a:t>
            </a:r>
            <a:endParaRPr sz="1500" b="1" dirty="0"/>
          </a:p>
          <a:p>
            <a:pPr marL="0" lvl="0" indent="457200" algn="l" rtl="0">
              <a:spcBef>
                <a:spcPts val="0"/>
              </a:spcBef>
              <a:spcAft>
                <a:spcPts val="1200"/>
              </a:spcAft>
              <a:buNone/>
            </a:pPr>
            <a:endParaRPr b="1" dirty="0"/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1"/>
          </p:nvPr>
        </p:nvSpPr>
        <p:spPr>
          <a:xfrm>
            <a:off x="1102500" y="2644350"/>
            <a:ext cx="7688700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dirty="0"/>
              <a:t>If the response to stimuli produced a </a:t>
            </a:r>
            <a:r>
              <a:rPr lang="en" dirty="0">
                <a:solidFill>
                  <a:schemeClr val="accent2"/>
                </a:solidFill>
              </a:rPr>
              <a:t>satisfying effect</a:t>
            </a:r>
            <a:r>
              <a:rPr lang="en" dirty="0"/>
              <a:t> - they are likely to be </a:t>
            </a:r>
            <a:r>
              <a:rPr lang="en" dirty="0">
                <a:solidFill>
                  <a:schemeClr val="accent2"/>
                </a:solidFill>
              </a:rPr>
              <a:t>repeated</a:t>
            </a:r>
            <a:endParaRPr dirty="0">
              <a:solidFill>
                <a:schemeClr val="accent2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dirty="0"/>
              <a:t>If the response to stimuli produced an </a:t>
            </a:r>
            <a:r>
              <a:rPr lang="en" dirty="0">
                <a:solidFill>
                  <a:schemeClr val="accent2"/>
                </a:solidFill>
              </a:rPr>
              <a:t>unsatisfying effect</a:t>
            </a:r>
            <a:r>
              <a:rPr lang="en" dirty="0"/>
              <a:t> - they are likely to be </a:t>
            </a:r>
            <a:r>
              <a:rPr lang="en" dirty="0">
                <a:solidFill>
                  <a:schemeClr val="accent2"/>
                </a:solidFill>
              </a:rPr>
              <a:t>avoided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136" name="Google Shape;136;p20" title="640px-puzzle_boxfree23768242883126495221.jpg"/>
          <p:cNvPicPr preferRelativeResize="0"/>
          <p:nvPr/>
        </p:nvPicPr>
        <p:blipFill rotWithShape="1">
          <a:blip r:embed="rId3">
            <a:alphaModFix/>
          </a:blip>
          <a:srcRect l="2457" t="7604" r="2647"/>
          <a:stretch/>
        </p:blipFill>
        <p:spPr>
          <a:xfrm>
            <a:off x="4873825" y="3277350"/>
            <a:ext cx="2609800" cy="20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4167000" y="1392388"/>
            <a:ext cx="4810500" cy="2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Later, Thorndike modified the theory to add an element called the </a:t>
            </a:r>
            <a:r>
              <a:rPr lang="en" b="1" dirty="0"/>
              <a:t>Law of Exercise</a:t>
            </a:r>
            <a:endParaRPr b="1" dirty="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Initially he believed that </a:t>
            </a:r>
            <a:r>
              <a:rPr lang="en" u="sng" dirty="0"/>
              <a:t>frequent connections</a:t>
            </a:r>
            <a:r>
              <a:rPr lang="en" dirty="0"/>
              <a:t> of stimulus &amp; response </a:t>
            </a:r>
            <a:r>
              <a:rPr lang="en" dirty="0">
                <a:solidFill>
                  <a:schemeClr val="accent2"/>
                </a:solidFill>
              </a:rPr>
              <a:t>strengthens</a:t>
            </a:r>
            <a:r>
              <a:rPr lang="en" dirty="0"/>
              <a:t> that connection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But, as he continued his work he realized that it is not necessarily true.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1200"/>
              </a:spcAft>
              <a:buSzPts val="1300"/>
              <a:buChar char="●"/>
            </a:pPr>
            <a:r>
              <a:rPr lang="en" dirty="0"/>
              <a:t>If the response leads to an </a:t>
            </a:r>
            <a:r>
              <a:rPr lang="en" u="sng" dirty="0"/>
              <a:t>unsatisfying effect or punishment</a:t>
            </a:r>
            <a:r>
              <a:rPr lang="en" dirty="0"/>
              <a:t>, the connection between the stimulus and response </a:t>
            </a:r>
            <a:r>
              <a:rPr lang="en" dirty="0">
                <a:solidFill>
                  <a:schemeClr val="accent2"/>
                </a:solidFill>
              </a:rPr>
              <a:t>will not be </a:t>
            </a:r>
            <a:r>
              <a:rPr lang="en" dirty="0"/>
              <a:t>strengthened. </a:t>
            </a:r>
            <a:endParaRPr dirty="0"/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l="-2258" t="1567" r="992" b="11331"/>
          <a:stretch/>
        </p:blipFill>
        <p:spPr>
          <a:xfrm>
            <a:off x="175475" y="1320050"/>
            <a:ext cx="3887299" cy="30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729450" y="1668425"/>
            <a:ext cx="7688700" cy="29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Being subject to continuous pulling of lever and escaping boxes- cat was observed to ignore the lever and leave the response hanging</a:t>
            </a:r>
            <a:endParaRPr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idea fits into </a:t>
            </a:r>
            <a:r>
              <a:rPr lang="en" b="1"/>
              <a:t>Law of Readiness</a:t>
            </a:r>
            <a:endParaRPr b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relationship between the stimulus and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response is based on subject’s readiness to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learn.</a:t>
            </a:r>
            <a:endParaRPr/>
          </a:p>
        </p:txBody>
      </p:sp>
      <p:pic>
        <p:nvPicPr>
          <p:cNvPr id="148" name="Google Shape;148;p22" title="images (2).jpg"/>
          <p:cNvPicPr preferRelativeResize="0"/>
          <p:nvPr/>
        </p:nvPicPr>
        <p:blipFill rotWithShape="1">
          <a:blip r:embed="rId3">
            <a:alphaModFix/>
          </a:blip>
          <a:srcRect t="10878" b="8954"/>
          <a:stretch/>
        </p:blipFill>
        <p:spPr>
          <a:xfrm>
            <a:off x="4946725" y="2205063"/>
            <a:ext cx="2373775" cy="19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5" name="Google Shape;155;p23" title="stimulus-response-theory-of-learn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775" y="1370325"/>
            <a:ext cx="7080449" cy="31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body" idx="1"/>
          </p:nvPr>
        </p:nvSpPr>
        <p:spPr>
          <a:xfrm>
            <a:off x="729450" y="1505000"/>
            <a:ext cx="7688700" cy="28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296</Words>
  <Application>Microsoft Office PowerPoint</Application>
  <PresentationFormat>On-screen Show (16:9)</PresentationFormat>
  <Paragraphs>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Raleway</vt:lpstr>
      <vt:lpstr>Lato</vt:lpstr>
      <vt:lpstr>Streamline</vt:lpstr>
      <vt:lpstr>Thorndike’s Theory of Learning</vt:lpstr>
      <vt:lpstr>Thorndike’s Theory of Learning</vt:lpstr>
      <vt:lpstr>PowerPoint Presentation</vt:lpstr>
      <vt:lpstr>PowerPoint Presentation</vt:lpstr>
      <vt:lpstr>Thorndike’s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PUNYASREE MP</cp:lastModifiedBy>
  <cp:revision>2</cp:revision>
  <dcterms:modified xsi:type="dcterms:W3CDTF">2025-04-26T07:51:26Z</dcterms:modified>
</cp:coreProperties>
</file>